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15 SECONDS.
Most agent platforms ask you to pick: hand them your keys, or hand a custodian your funds.
Either way, you lose. We built the third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15 SECONDS.
AgentGuard is the secure payments and action SDK for AI agents.
Same DX as Stripe, but the keys never leave the user.
Let me show you what's broken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Three layers. The hard guarantee is on-chain — the session key literally
cannot exceed its cap. The policy engine handles recipient whitelists and
rate limits. And the AI layer catches the specifically-agent threats:
prompt injection, intent mismatch.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25 SECONDS.
The stack: Privy for identity, EIP-7702 to upgrade the EOA in-place,
ZeroDev Kernel for the validator modules, ZeroDev's v3 bundler + paymaster.
Three validators on the account: the user's owner key, an agent session key
with hard on-chain caps, and a guard session key the backend uses.
The backend never sees the owner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20 SECONDS.
Three tiers. Under a dollar, agent signs itself — fast path for x402
and API micropayments. Standard ops go through the policy engine and the
guard signs. Anything large, anomalous, or AI-flagged escalates to the owner,
who taps approve in Privy. One SDK call covers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25 SECONDS.
The attack: someone slips a prompt-injection payload into the agent's input.
The agent dutifully tries to drain to the attacker. Our intent-diff provider
compares what the user actually asked for against what the agent is signing.
Mismatch. Injection signature provider flags the classic 'ignore previous'
pattern. Verdict hostile, tx blocked, owner notified.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25 SECONDS.
The fast path. Agent fetches a paywalled endpoint, server returns 402,
SDK reads the payment requirement, signs with the session key, retries,
gets the data. Developer wrote one line. Three calls in a row, all settle
on Base Sepolia in about four seconds each, no human in the loop,
no backend approval — and the on-chain cap means even if the agent goes
rogue it can spend at most ten dollars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20 SECONDS.
AI Detect is a pluggable provider interface. We ship two built-in providers today.
Post-hackathon, the play is to be the integration layer — Lakera, Protect AI, Rebuff
plug in, developer toggles them on, we take a margin on the call.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Three next moves. MPP — Tempo's new payments protocol — our session-key
architecture is already the right shape for it, MVP is half a day.
Multi-chain rolls out as soon as 7702 + ZeroDev support stabilizes elsewhere.
And premium providers — Lakera first — turn the platform into a revenue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20 SECONDS.
The ask. We're applying to Privy, ZeroDev, Base, and OpenAI sponsor tracks —
this product sits across all four. We'd love follow-ups with anyone building
agent infra; we think we're the missing layer. Repo and demo are live.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2026-05-20T12:50:13Z</dcterms:created>
  <dcterms:modified xsi:type="dcterms:W3CDTF">2026-05-20T12:50:13Z</dcterms:modified>
</cp:coreProperties>
</file>
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25 SECONDS.
Every AI agent on-chain today is one prompt injection away from a drained
wallet. Today you pick: hand a custodian your funds, or hand the agent
your keys. Either way you lose. AgentGuard is the third option — the
secure payments SDK for AI agents. Stripe-grade DX, keys never leave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20 SECONDS.
Coinbase CDP, Crossmint — fully custodial. They hold your keys.
Or you go raw EOA, one private key in an env var, and the first malicious
prompt empties the account. No one has solved the middle: agents that act
autonomously without anyone holding ultimate authority over the funds.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20 SECONDS.
Five things. One — single API, one line. Two — on-chain guard, the EVM
enforces the cap, not us. Three — off-chain policy engine. Four — AI guard
for the threats only agents face. Five — human approval for anything
anomalous. The unifying theme: one config object, every knob configurable,
and the defaults are safe.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30 SECONDS.
Here's where those five layers physically live. The SDK at the top —
that's the single API. Inside the backend, the policy engine is the
off-chain guard, AI guard catches the agent-specific threats. Below the
bundler, the smart account has two validators: the owner key, used only
for HUMAN-tier approvals through Privy — and the V2 session key, which
covers both AUTO and GUARD tiers with on-chain caps the EVM enforces.
Privy for identity, EIP-7702 to upgrade the EOA in place, ZeroDev Kernel
for the validator modules. The next five slides zoom in on each
numbered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30 SECONDS.
The developer writes this. One construct, one fetch. No key handling,
no tier branching, no bundler config. The agent calls a paywalled endpoint,
server returns 402, SDK signs with the session key, retries with X-PAYMENT,
gets the data. Three calls in a row settle on Base Sepolia in about four
seconds each. And the on-chain cap means even if the agent goes rogue
it can spend at most ten dollars a day. Everything on the next four slides
is opt-in configuration on this same object.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20 SECONDS.
This is the hard guarantee. The cap lives on-chain as a validator module
on the smart account. Not a backend check, not a policy, an EVM rule.
If our entire infrastructure is compromised, the worst case is still
bounded by the cap. Ten dollars a day is the demo default. Production
users tune 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20 SECONDS.
On-chain limits are bounded but coarse. The off-chain layer adds the
nuance — a recipient whitelist, a rate limit so the agent can't burn its
daily cap in two seconds, a slippage guard for x402 paywalls.
Plain TypeScript, hot-reloadable, no contract redeploy.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30 SECONDS.
This is the layer that doesn't exist for normal wallets. A user types a
question, an attacker has slipped a payload into the data the agent reads.
The agent dutifully signs a drain. Our intent-diff provider compares what
the user actually asked against what the agent is signing. Mismatch,
verdict hostile, escalates to human, zero wei moved. And the provider
interface is pluggable. We ship two providers today. Post-hackathon,
Lakera, Protect AI, Rebuff plug in, developer toggles them on, we take a
margin. Network effects: every new provider makes every existing developer
safer. Marketplace, not a point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9, 20 SECONDS.
The owner only sees a push when something genuinely needs them — over the
cap, off the whitelist, or AI-flagged. They tap approve inside Privy,
the owner key signs inside the TEE, the userop goes out. The backend
never sees the key. And the default is fail-closed — if the owner is
asleep, the transaction is rejected, not waved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30 SECONDS.
Three next moves, all on the primitives we shipped this week. MPP — Tempo's
new payments protocol — half-day MVP. Multi-chain rolls out as soon as 7702
+ ZeroDev support stabilizes elsewhere. And premium providers turn the
platform into a revenue engine. We're applying to Privy, ZeroDev, Base, and
OpenAI sponsor tracks — this product sits across all four. Repo and live
demo are at this URL. We'd love follow-ups with anyone building agent infra.
Thanks.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**AgentGuard**</dc:title>
  <dc:subject>PptxGenJS Presentation</dc:subject>
  <dc:creator>Created by Marp</dc:creator>
  <cp:lastModifiedBy>Created by Marp</cp:lastModifiedBy>
  <cp:revision>1</cp:revision>
  <dcterms:created xsi:type="dcterms:W3CDTF">2026-05-20T17:13:50Z</dcterms:created>
  <dcterms:modified xsi:type="dcterms:W3CDTF">2026-05-20T17:13:50Z</dcterms:modified>
</cp:coreProperties>
</file>
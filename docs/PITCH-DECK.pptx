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20 SECONDS.
AgentGuard is the safety layer for AI agents that spend money on-chain.
Today you pick: hand a custodian your funds, or hand the agent your keys.
Either way you lose. We built the third option — non-custodial, AI-aware,
Stripe-grade DX. Keys never leave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25 SECONDS.
Right now, if you're shipping an AI agent that touches money, you have
two doors. Door one: hand a custodian your keys. Coinbase CDP, Crossmint —
fully custodial. Their terms of service, their compliance posture, their
exit risk are now yours. Door two: stuff a raw private key into a dotenv,
let the agent sign with it. One malicious prompt empties the account.
Nobody has built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25 SECONDS.
This is not theoretical. An agent reads a web page, an email, a search
result — anything an attacker can write to. The attacker hides an instruction.
The agent obeys. OWASP ranks prompt injection as the number one risk for
LLM applications. Now imagine that same agent is holding a private key.
That's the world we're shipping into, and the existing wallet stack has
no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25 SECONDS.
Three promises. One — your loss is bounded, hard ceiling, enforced by the
EVM not by us. Two — your AI gets a sanity check, every signed intent is
scanned for prompt injection before it ever reaches the chain. Three —
you're the final word, the owner key lives in a trusted enclave that not
even we can reach. The next three slides walk each one through a worst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25 SECONDS.
First promise: bounded loss. The daily cap is not a policy we promise to
enforce — it's a validator module on the smart account. If our entire
backend is breached tomorrow, the worst case is still ten dollars a day.
On top of that we run TypeScript-side policies — recipient whitelists,
slippage guards, rate limits — that the developer can hot-reload without
redeploying anything. Belt and suspenders, but the belt is the EVM.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25 SECONDS.
Second promise: the AI gets a sanity check. Before any signature leaves
the SDK, AI Guard compares what the user actually asked for against what
the agent is about to sign. If those diverge — and they always do under
prompt injection — the verdict is hostile, the path escalates to human
approval, zero wei moves. And the scanner is an interface, not a single
engine. We ship two providers, Lakera and Protect AI and Rebuff plug in
post-hackathon with one config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25 SECONDS.
Third promise: you are always the final word. The owner key is generated
inside a trusted execution environment, signs inside it, and never exits
it. Our servers can't see the key. If a transaction needs your approval —
because it's over cap, off the whitelist, or AI-flagged — you get a push,
you tap, the enclave signs. If you don't tap, the transaction rejects.
Never silently waved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25 SECONDS.
Everything we just promised lands behind one line for the developer.
Construct an AgentGuard with their API key, await a fetch. The agent calls
a paywalled endpoint, server returns 402, SDK signs with the bounded
session key, retries, gets the data — about four seconds end to end on
Base Sepolia. The developer never touches a key, never picks a tier.
Defaults are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30 SECONDS.
This is what's running today, not what's planned. Onboarding takes 30 seconds
and ends with an API key the developer pastes into their agent. Policy editor
hot-reloads. AI Guard catches intent drift live in the demo. Three execution
tiers all wire into a single SDK call — the developer just awaits, the
status field tells them which path was taken. x402 settles in about four
seconds, which is the unit-economics number for micropayments. Emergency
Stop is one Privy popup that sweeps the account and revokes the key in
five seconds. Live URL is at the bottom — judges can sign up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30 SECONDS.
Every existing option fails at least one column. Coinbase and Crossmint
custody the keys, full stop — not non-custodial, regulators and ToS become
attack surfaces. Privy server wallets, same issue, Privy holds them. Safe is
non-custodial but requires manual signing per action, which kills agent
autonomy. We're the only row that hits all four: non-custodial via 7702,
rich policy via the session-key validator, human escalation built into the
flow, and AI-aware via the pluggable provider interface. The 7702-plus-
session-key combo is the architectural unlock.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30 SECONDS.
AI Guard is an interface, not a single engine. We ship two providers today.
Developers add a vendor by adding one string to the config — that's the
extension point. Lakera, Protect AI, Rebuff, Promptfoo all expose
HTTP scanners we can wrap as a provider in an afternoon each. Revenue model
is margin on those calls — we're the integration layer the developer
already trusts, vendors get distribution, we take a cut per detection.
Not a subscription, not a transaction fee. Marketplace dynamics: every new
vendor we add makes every existing developer safer, every new developer
makes the marketplace more attractive to vendors. That's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25 SECONDS.
V3 is the obvious next layer — split the session key so a leak of one
doesn't blow the larger cap. MPP — Tempo's new payments protocol — fits
our session-key shape natively; we estimate half a day to MVP. Multi-chain
unblocks as soon as 7702 plus ZeroDev support stabilizes on other L2s.
And the premium providers are what turn this from infrastructure into a
revenue engine. Crucially, none of these require a rewrite. They all
extend the primitives we shipped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20 SECONDS.
Repo, live demo, and we're applying to Privy, ZeroDev, Base, and OpenAI
sponsor tracks — this product sits across all four. We'd love follow-ups
with anyone building agent infra.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1, ON DEMAND.
For judges who want the wiring. The SDK is the single API surface. Inside
the backend, the policy engine is the off-chain layer, AI Guard runs intent
diff and injection scanners. The tier router decides whether a UserOp goes
out via the session key (AUTO/GUARD) or escalates to the owner key
(HUMAN). The smart account has two validators — V1 Owner via Privy TEE,
V2 Agent session key with the on-chain caps. Privy for identity, EIP-7702
for in-place EOA upgrade, ZeroDev for the validator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2, ON DEMAND.
Every choice is load-bearing. Privy TEE is what makes the owner-key story
non-custodial. EIP-7702 plus Kernel v3.3 gives the same address before
and after upgrade — no migration UX cliff. ZeroDev Permissions API is what
makes the on-chain cap EVM-enforced rather than backend-promised. ZeroDev
v3 bundler with paymaster means zero user gas. Base Sepolia because 7702
is live and USDC is native. GPT-4o-mini is cheap enough to scan every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**AgentGuard**</dc:title>
  <dc:subject>PptxGenJS Presentation</dc:subject>
  <dc:creator>Created by Marp</dc:creator>
  <cp:lastModifiedBy>Created by Marp</cp:lastModifiedBy>
  <cp:revision>1</cp:revision>
  <dcterms:created xsi:type="dcterms:W3CDTF">2026-05-21T08:57:51Z</dcterms:created>
  <dcterms:modified xsi:type="dcterms:W3CDTF">2026-05-21T08:57:51Z</dcterms:modified>
</cp:coreProperties>
</file>
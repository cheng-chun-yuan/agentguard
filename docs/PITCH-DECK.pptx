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20 SECONDS.
AgentGuard is the safety layer for AI agents that spend money on-chain.
Today you pick: hand a custodian your funds, or hand the agent your keys.
Either way you lose. We built the third option — non-custodial, AI-aware,
Stripe-grade DX. Keys never leave the user.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20 SECONDS.
Coinbase CDP, Crossmint — fully custodial. They hold your keys.
Or you go raw EOA, one private key in an env var, and the first malicious
prompt empties the account. No one has solved the middle: agents that act
autonomously without anyone holding ultimate authority over the funds.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20 SECONDS.
Five things. One — single API, one line. Two — on-chain guard, the EVM
enforces the cap, not us. Three — off-chain policy engine. Four — AI guard
for the threats only agents face. Five — human approval for anything
anomalous. The unifying theme: one config object, every knob configurable,
and the defaults are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30 SECONDS.
Here's where those five layers physically live. The SDK at the top —
that's the single API. Inside the backend, the policy engine is the
off-chain guard, AI guard catches the agent-specific threats. Below the
bundler, the smart account has two validators: the owner key, used only
for HUMAN-tier approvals through Privy — and the V2 session key, which
covers both AUTO and GUARD tiers with on-chain caps the EVM enforces.
Privy for identity, EIP-7702 to upgrade the EOA in place, ZeroDev Kernel
for the validator modules. The next five slides zoom in on each
numbered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30 SECONDS.
The developer writes this. One construct, one fetch. No key handling,
no tier branching, no bundler config. The agent calls a paywalled endpoint,
server returns 402, SDK signs with the session key, retries with X-PAYMENT,
gets the data. Three calls in a row settle on Base Sepolia in about four
seconds each. And the on-chain cap means even if the agent goes rogue
it can spend at most ten dollars a day. Everything on the next four slides
is opt-in configuration on this same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20 SECONDS.
This is the hard guarantee. The cap lives on-chain as a validator module
on the smart account. Not a backend check, not a policy, an EVM rule.
If our entire infrastructure is compromised, the worst case is still
bounded by the cap. Ten dollars a day is the demo default. Production
users tune it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20 SECONDS.
On-chain limits are bounded but coarse. The off-chain layer adds the
nuance — a recipient whitelist, a rate limit so the agent can't burn its
daily cap in two seconds, a slippage guard for x402 paywalls.
Plain TypeScript, hot-reloadable, no contract redeploy.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30 SECONDS.
This is the layer that doesn't exist for normal wallets. A user types a
question, an attacker has slipped a payload into the data the agent reads.
The agent dutifully signs a drain. Our intent-diff provider compares what
the user actually asked against what the agent is signing. Mismatch,
verdict hostile, escalates to human, zero wei moved. And the provider
interface is pluggable. We ship two providers today. Post-hackathon,
Lakera, Protect AI, Rebuff plug in, developer toggles them on, we take a
margin. Network effects: every new provider makes every existing developer
safer. Marketplace, not a point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20 SECONDS.
The owner only sees a push when something genuinely needs them — over the
cap, off the whitelist, or AI-flagged. They tap approve inside Privy,
the owner key signs inside the TEE, the userop goes out. The backend
never sees the key. And the default is fail-closed — if the owner is
asleep, the transaction is rejected, not waved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30 SECONDS.
This is what's running today, not what's planned. Onboarding takes 30 seconds
and ends with an API key the developer pastes into their agent. Policy editor
hot-reloads. AI Guard catches intent drift live in the demo. Three execution
tiers all wire into a single SDK call — the developer just awaits, the
status field tells them which path was taken. x402 settles in about four
seconds, which is the unit-economics number for micropayments. Emergency
Stop is one Privy popup that sweeps the account and revokes the key in
five seconds. Live URL is at the bottom — judges can sign up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30 SECONDS.
Every existing option fails at least one column. Coinbase and Crossmint
custody the keys, full stop — not non-custodial, regulators and ToS become
attack surfaces. Privy server wallets, same issue, Privy holds them. Safe is
non-custodial but requires manual signing per action, which kills agent
autonomy. We're the only row that hits all four: non-custodial via 7702,
rich policy via the session-key validator, human escalation built into the
flow, and AI-aware via the pluggable provider interface. The 7702-plus-
session-key combo is the architectural unlock.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30 SECONDS.
AI Guard is an interface, not a single engine. We ship two providers today.
Developers add a vendor by adding one string to the config — that's the
extension point. Lakera, Protect AI, Rebuff, Promptfoo all expose
HTTP scanners we can wrap as a provider in an afternoon each. Revenue model
is margin on those calls — we're the integration layer the developer
already trusts, vendors get distribution, we take a cut per detection.
Not a subscription, not a transaction fee. Marketplace dynamics: every new
vendor we add makes every existing developer safer, every new developer
makes the marketplace more attractive to vendors. That's the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25 SECONDS.
Every choice here was load-bearing for the demo. Privy TEE is what makes
this non-custodial — we never see the owner key. 7702 plus Kernel v3.3 is
what gives the user a smart account at the same address as their EOA, no
funds migration, no UX cliff. ZeroDev Permissions API is what makes the
on-chain caps actually EVM-enforced — three policy modules stacked on every
session key. ZeroDev v3 bundler with paymaster means the user pays zero
gas. Base Sepolia because 7702 is live, USDC is native, settlement is
cheap. GPT-4o-mini is the workhorse for AI Guard — cheap enough to run
on every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25 SECONDS.
V3 is the obvious next layer — split the session key so a leak of one
doesn't blow the larger cap. MPP — Tempo's new payments protocol — fits
our session-key shape natively; we estimate half a day to MVP. Multi-chain
unblocks as soon as 7702 plus ZeroDev support stabilizes on other L2s.
And the premium providers are what turn this from infrastructure into a
revenue engine. Crucially, none of these require a rewrite. They all
extend the primitives we shipped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20 SECONDS.
Repo, live demo, and we're applying to Privy, ZeroDev, Base, and OpenAI
sponsor tracks — this product sits across all four. We'd love follow-ups
with anyone building agent infra. Thanks.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**AgentGuard**</dc:title>
  <dc:subject>PptxGenJS Presentation</dc:subject>
  <dc:creator>Created by Marp</dc:creator>
  <cp:lastModifiedBy>Created by Marp</cp:lastModifiedBy>
  <cp:revision>1</cp:revision>
  <dcterms:created xsi:type="dcterms:W3CDTF">2026-05-21T02:06:19Z</dcterms:created>
  <dcterms:modified xsi:type="dcterms:W3CDTF">2026-05-21T02:06:19Z</dcterms:modified>
</cp:coreProperties>
</file>